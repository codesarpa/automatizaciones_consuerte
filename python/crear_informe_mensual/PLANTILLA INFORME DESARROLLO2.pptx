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2"/>
    <p:sldId id="258" r:id="rId3"/>
    <p:sldId id="264" r:id="rId4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74" autoAdjust="0"/>
    <p:restoredTop sz="94660"/>
  </p:normalViewPr>
  <p:slideViewPr>
    <p:cSldViewPr>
      <p:cViewPr varScale="1">
        <p:scale>
          <a:sx n="108" d="100"/>
          <a:sy n="108" d="100"/>
        </p:scale>
        <p:origin x="1734" y="10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C846BB-745A-4244-8F67-88EEAAE547BB}" type="datetimeFigureOut">
              <a:rPr lang="es-CO" smtClean="0"/>
              <a:t>25/10/2025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EA20E0-571F-4DB2-8616-42B437673DA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455803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24406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24406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24406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7" y="0"/>
            <a:ext cx="9137904" cy="685799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24406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047" y="0"/>
            <a:ext cx="9137904" cy="685799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169666" y="3763213"/>
            <a:ext cx="2517775" cy="3917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24406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200" y="1577340"/>
            <a:ext cx="82296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DESARROLLO</a:t>
            </a:r>
            <a:r>
              <a:rPr spc="-60" dirty="0"/>
              <a:t> </a:t>
            </a:r>
            <a:r>
              <a:rPr spc="-25" dirty="0"/>
              <a:t>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DA9E2A77-40C5-4FCA-B1E7-7828E1804374}"/>
              </a:ext>
            </a:extLst>
          </p:cNvPr>
          <p:cNvSpPr txBox="1"/>
          <p:nvPr/>
        </p:nvSpPr>
        <p:spPr>
          <a:xfrm>
            <a:off x="182366" y="276088"/>
            <a:ext cx="2362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b="1" dirty="0">
                <a:solidFill>
                  <a:srgbClr val="CE9178"/>
                </a:solidFill>
                <a:effectLst/>
                <a:latin typeface="Arial MT"/>
              </a:rPr>
              <a:t>%MES_</a:t>
            </a:r>
            <a:r>
              <a:rPr lang="es-CO" b="1" dirty="0">
                <a:solidFill>
                  <a:srgbClr val="CE917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ACTUAL</a:t>
            </a:r>
            <a:r>
              <a:rPr lang="es-CO" b="1" dirty="0">
                <a:solidFill>
                  <a:srgbClr val="CE9178"/>
                </a:solidFill>
                <a:effectLst/>
                <a:latin typeface="Arial MT"/>
              </a:rPr>
              <a:t>%</a:t>
            </a: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C5707216-1686-47DA-BEF6-2DEB6C337CBF}"/>
              </a:ext>
            </a:extLst>
          </p:cNvPr>
          <p:cNvSpPr txBox="1"/>
          <p:nvPr/>
        </p:nvSpPr>
        <p:spPr>
          <a:xfrm>
            <a:off x="228600" y="769398"/>
            <a:ext cx="8763000" cy="335348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r>
              <a:rPr lang="es-CO" b="1" dirty="0">
                <a:solidFill>
                  <a:srgbClr val="CE9178"/>
                </a:solidFill>
                <a:effectLst/>
                <a:latin typeface="Arial MT"/>
              </a:rPr>
              <a:t>%ID_TICKET%</a:t>
            </a:r>
            <a:r>
              <a:rPr lang="es-CO" b="1" dirty="0">
                <a:solidFill>
                  <a:srgbClr val="CCCCCC"/>
                </a:solidFill>
                <a:latin typeface="Arial MT"/>
              </a:rPr>
              <a:t> </a:t>
            </a:r>
            <a:r>
              <a:rPr lang="es-CO" b="1" dirty="0">
                <a:solidFill>
                  <a:schemeClr val="tx1"/>
                </a:solidFill>
                <a:effectLst/>
                <a:latin typeface="Arial MT"/>
              </a:rPr>
              <a:t>-</a:t>
            </a:r>
            <a:r>
              <a:rPr lang="es-CO" b="1" dirty="0">
                <a:solidFill>
                  <a:srgbClr val="CE9178"/>
                </a:solidFill>
                <a:effectLst/>
                <a:latin typeface="Arial MT"/>
              </a:rPr>
              <a:t> %ASUNTO_</a:t>
            </a:r>
            <a:r>
              <a:rPr lang="es-CO" b="1">
                <a:solidFill>
                  <a:srgbClr val="CE9178"/>
                </a:solidFill>
                <a:effectLst/>
                <a:latin typeface="Arial MT"/>
              </a:rPr>
              <a:t>TICKET%</a:t>
            </a:r>
            <a:endParaRPr lang="es-CO" b="1" dirty="0">
              <a:solidFill>
                <a:srgbClr val="CE9178"/>
              </a:solidFill>
              <a:effectLst/>
              <a:latin typeface="Arial MT"/>
            </a:endParaRPr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CFE3C079-C4F1-4F89-9BDD-86FB4340F344}"/>
              </a:ext>
            </a:extLst>
          </p:cNvPr>
          <p:cNvSpPr txBox="1"/>
          <p:nvPr/>
        </p:nvSpPr>
        <p:spPr>
          <a:xfrm>
            <a:off x="228600" y="1381745"/>
            <a:ext cx="8404261" cy="335348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algn="l"/>
            <a:r>
              <a:rPr lang="es-CO" b="0" dirty="0">
                <a:solidFill>
                  <a:srgbClr val="CE9178"/>
                </a:solidFill>
                <a:effectLst/>
                <a:latin typeface="Arial MT"/>
              </a:rPr>
              <a:t>%NOTA_TICKET%</a:t>
            </a:r>
            <a:endParaRPr lang="es-ES" sz="1800" b="1" u="sng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1218" y="321259"/>
            <a:ext cx="8133182" cy="2634696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algn="l"/>
            <a:r>
              <a:rPr lang="es-ES" sz="1800" b="1" dirty="0">
                <a:latin typeface="Arial MT"/>
                <a:cs typeface="Arial MT"/>
              </a:rPr>
              <a:t>#Semillero ConSuerte</a:t>
            </a:r>
            <a:endParaRPr lang="es-ES" b="1" i="0" dirty="0">
              <a:effectLst/>
              <a:latin typeface="Open Sans" panose="020B0606030504020204" pitchFamily="34" charset="0"/>
            </a:endParaRPr>
          </a:p>
          <a:p>
            <a:pPr marL="203835" indent="-193675">
              <a:spcBef>
                <a:spcPts val="360"/>
              </a:spcBef>
              <a:buSzPct val="94444"/>
              <a:buFontTx/>
              <a:buAutoNum type="arabicPeriod"/>
              <a:tabLst>
                <a:tab pos="203835" algn="l"/>
              </a:tabLst>
            </a:pPr>
            <a:r>
              <a:rPr lang="es-CO" sz="1800" spc="-10" dirty="0">
                <a:latin typeface="Arial MT"/>
                <a:cs typeface="Arial MT"/>
              </a:rPr>
              <a:t> Creación</a:t>
            </a:r>
            <a:r>
              <a:rPr lang="es-ES" sz="1800" spc="-60" dirty="0">
                <a:latin typeface="Arial MT"/>
                <a:cs typeface="Arial MT"/>
              </a:rPr>
              <a:t> </a:t>
            </a:r>
            <a:r>
              <a:rPr lang="es-ES" sz="1800" dirty="0">
                <a:latin typeface="Arial MT"/>
                <a:cs typeface="Arial MT"/>
              </a:rPr>
              <a:t>de</a:t>
            </a:r>
            <a:r>
              <a:rPr lang="es-ES" sz="1800" spc="15" dirty="0">
                <a:latin typeface="Arial MT"/>
                <a:cs typeface="Arial MT"/>
              </a:rPr>
              <a:t> </a:t>
            </a:r>
            <a:r>
              <a:rPr lang="es-ES" sz="1800" dirty="0">
                <a:latin typeface="Arial MT"/>
                <a:cs typeface="Arial MT"/>
              </a:rPr>
              <a:t>Documentación</a:t>
            </a:r>
            <a:r>
              <a:rPr lang="es-ES" sz="1800" spc="-60" dirty="0">
                <a:latin typeface="Arial MT"/>
                <a:cs typeface="Arial MT"/>
              </a:rPr>
              <a:t> </a:t>
            </a:r>
            <a:r>
              <a:rPr lang="es-ES" sz="1800" dirty="0">
                <a:latin typeface="Arial MT"/>
                <a:cs typeface="Arial MT"/>
              </a:rPr>
              <a:t>de</a:t>
            </a:r>
            <a:r>
              <a:rPr lang="es-ES" sz="1800" spc="-10" dirty="0">
                <a:latin typeface="Arial MT"/>
                <a:cs typeface="Arial MT"/>
              </a:rPr>
              <a:t> </a:t>
            </a:r>
            <a:r>
              <a:rPr lang="es-ES" sz="1800" dirty="0">
                <a:latin typeface="Arial MT"/>
                <a:cs typeface="Arial MT"/>
              </a:rPr>
              <a:t>desarrollos</a:t>
            </a:r>
            <a:r>
              <a:rPr lang="es-ES" sz="1800" spc="-35" dirty="0">
                <a:latin typeface="Arial MT"/>
                <a:cs typeface="Arial MT"/>
              </a:rPr>
              <a:t> </a:t>
            </a:r>
            <a:r>
              <a:rPr lang="es-ES" sz="1800" dirty="0">
                <a:latin typeface="Arial MT"/>
                <a:cs typeface="Arial MT"/>
              </a:rPr>
              <a:t>y </a:t>
            </a:r>
            <a:r>
              <a:rPr lang="es-ES" sz="1800" spc="-10" dirty="0">
                <a:latin typeface="Arial MT"/>
                <a:cs typeface="Arial MT"/>
              </a:rPr>
              <a:t>aplicativos.</a:t>
            </a:r>
            <a:endParaRPr lang="es-ES" sz="1800" dirty="0">
              <a:latin typeface="Arial MT"/>
              <a:cs typeface="Arial MT"/>
            </a:endParaRPr>
          </a:p>
          <a:p>
            <a:pPr marL="203835" indent="-193675">
              <a:spcBef>
                <a:spcPts val="385"/>
              </a:spcBef>
              <a:buSzPct val="94444"/>
              <a:buFontTx/>
              <a:buAutoNum type="arabicPeriod"/>
              <a:tabLst>
                <a:tab pos="203835" algn="l"/>
              </a:tabLst>
            </a:pPr>
            <a:r>
              <a:rPr lang="es-CO" spc="-10" dirty="0">
                <a:latin typeface="Arial MT"/>
                <a:cs typeface="Arial MT"/>
              </a:rPr>
              <a:t> Apoyo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en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creación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ticket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ServiDesk.</a:t>
            </a:r>
            <a:endParaRPr lang="es-ES" sz="1800" spc="-10" dirty="0">
              <a:latin typeface="Arial MT"/>
              <a:cs typeface="Arial MT"/>
            </a:endParaRPr>
          </a:p>
          <a:p>
            <a:pPr marL="10160">
              <a:lnSpc>
                <a:spcPct val="100000"/>
              </a:lnSpc>
              <a:spcBef>
                <a:spcPts val="385"/>
              </a:spcBef>
              <a:buSzPct val="94444"/>
              <a:tabLst>
                <a:tab pos="203835" algn="l"/>
              </a:tabLst>
            </a:pPr>
            <a:r>
              <a:rPr lang="es-CO" spc="-10" dirty="0">
                <a:latin typeface="Arial MT"/>
                <a:cs typeface="Arial MT"/>
              </a:rPr>
              <a:t>3. Elaborar  instructivos de módulos y desarrollos.</a:t>
            </a:r>
          </a:p>
          <a:p>
            <a:pPr marL="10160">
              <a:lnSpc>
                <a:spcPct val="100000"/>
              </a:lnSpc>
              <a:spcBef>
                <a:spcPts val="385"/>
              </a:spcBef>
              <a:buSzPct val="94444"/>
              <a:tabLst>
                <a:tab pos="203835" algn="l"/>
              </a:tabLst>
            </a:pPr>
            <a:r>
              <a:rPr lang="es-CO" spc="-10" dirty="0">
                <a:latin typeface="Arial MT"/>
                <a:cs typeface="Arial MT"/>
              </a:rPr>
              <a:t>4</a:t>
            </a:r>
            <a:r>
              <a:rPr lang="es-CO" sz="1800" spc="-10" dirty="0">
                <a:latin typeface="Arial MT"/>
                <a:cs typeface="Arial MT"/>
              </a:rPr>
              <a:t>. </a:t>
            </a:r>
            <a:r>
              <a:rPr lang="es-CO" spc="-10" dirty="0">
                <a:latin typeface="Arial MT"/>
                <a:cs typeface="Arial MT"/>
              </a:rPr>
              <a:t>Realizar proceso de testing a los diferentes desarrollos.</a:t>
            </a:r>
          </a:p>
          <a:p>
            <a:pPr marL="10160">
              <a:spcBef>
                <a:spcPts val="385"/>
              </a:spcBef>
              <a:buSzPct val="94444"/>
              <a:tabLst>
                <a:tab pos="203835" algn="l"/>
              </a:tabLst>
            </a:pPr>
            <a:r>
              <a:rPr lang="es-CO" spc="-10" dirty="0">
                <a:latin typeface="Arial MT"/>
                <a:cs typeface="Arial MT"/>
              </a:rPr>
              <a:t>5</a:t>
            </a:r>
            <a:r>
              <a:rPr lang="es-CO" sz="1800" spc="-10" dirty="0">
                <a:latin typeface="Arial MT"/>
                <a:cs typeface="Arial MT"/>
              </a:rPr>
              <a:t>. Apoyo a investigaciones. </a:t>
            </a:r>
          </a:p>
          <a:p>
            <a:pPr marL="10160">
              <a:lnSpc>
                <a:spcPct val="100000"/>
              </a:lnSpc>
              <a:spcBef>
                <a:spcPts val="385"/>
              </a:spcBef>
              <a:buSzPct val="94444"/>
              <a:tabLst>
                <a:tab pos="203835" algn="l"/>
              </a:tabLst>
            </a:pPr>
            <a:endParaRPr lang="es-CO" spc="-10" dirty="0">
              <a:latin typeface="Arial MT"/>
              <a:cs typeface="Arial MT"/>
            </a:endParaRPr>
          </a:p>
          <a:p>
            <a:pPr marL="10160">
              <a:lnSpc>
                <a:spcPct val="100000"/>
              </a:lnSpc>
              <a:spcBef>
                <a:spcPts val="385"/>
              </a:spcBef>
              <a:buSzPct val="94444"/>
              <a:tabLst>
                <a:tab pos="203835" algn="l"/>
              </a:tabLst>
            </a:pPr>
            <a:endParaRPr sz="1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3789</TotalTime>
  <Words>70</Words>
  <Application>Microsoft Office PowerPoint</Application>
  <PresentationFormat>Presentación en pantalla (4:3)</PresentationFormat>
  <Paragraphs>10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8" baseType="lpstr">
      <vt:lpstr>Arial</vt:lpstr>
      <vt:lpstr>Arial MT</vt:lpstr>
      <vt:lpstr>Calibri</vt:lpstr>
      <vt:lpstr>Open Sans</vt:lpstr>
      <vt:lpstr>Office Theme</vt:lpstr>
      <vt:lpstr>DESARROLLO TI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DESARROLLO TI</dc:title>
  <cp:lastModifiedBy>Johan Gutierrez</cp:lastModifiedBy>
  <cp:revision>54</cp:revision>
  <dcterms:created xsi:type="dcterms:W3CDTF">2024-01-30T13:53:19Z</dcterms:created>
  <dcterms:modified xsi:type="dcterms:W3CDTF">2025-10-25T16:45:36Z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2024-01-30T00:00:00Z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2024-01-30T00:00:00Z</vt:filetime>
  </property>
  <property fmtid="{D5CDD505-2E9C-101B-9397-08002B2CF9AE}" pid="5" name="Producer">
    <vt:lpwstr>www.ilovepdf.com</vt:lpwstr>
  </property>
</Properties>
</file>